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CMOS Charge Pump — Project Review 1</dc:title>
  <dc:subject/>
  <dc:creator>Pragyan Jain; Shivam Kumar; K Navin Aakash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