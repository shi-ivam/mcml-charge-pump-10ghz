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CMOS Charge Pump Review 1 - Corrected</dc:title>
  <dc:subject>Switch-based PLL charge pump, Vop below VDD</dc:subject>
  <dc:creator>Pragyan Jain, Shivam Kumar, K Navin Aakash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